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title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 Price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180</c:v>
                </c:pt>
                <c:pt idx="1">
                  <c:v>185</c:v>
                </c:pt>
                <c:pt idx="2">
                  <c:v>183</c:v>
                </c:pt>
                <c:pt idx="3">
                  <c:v>188</c:v>
                </c:pt>
                <c:pt idx="4">
                  <c:v>190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64782904"/>
        <c:axId val="264784080"/>
      </c:lineChart>
      <c:catAx>
        <c:axId val="26478290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64784080"/>
        <c:crosses val="autoZero"/>
        <c:auto val="1"/>
        <c:lblAlgn val="ctr"/>
        <c:lblOffset val="100"/>
        <c:noMultiLvlLbl val="0"/>
      </c:catAx>
      <c:valAx>
        <c:axId val="264784080"/>
        <c:scaling>
          <c:orientation val="minMax"/>
        </c:scaling>
        <c:delete val="0"/>
        <c:axPos val="l"/>
        <c:majorGridlines/>
        <c:numFmt formatCode="General" sourceLinked="0"/>
        <c:majorTickMark val="out"/>
        <c:minorTickMark val="none"/>
        <c:tickLblPos val="nextTo"/>
        <c:crossAx val="264782904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1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6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6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2752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Notes Placeholder 1048587"/>
          <p:cNvSpPr>
            <a:spLocks noGrp="1"/>
          </p:cNvSpPr>
          <p:nvPr>
            <p:ph type="body"/>
          </p:nvPr>
        </p:nvSpPr>
        <p:spPr/>
      </p:sp>
    </p:spTree>
    <p:extLst>
      <p:ext uri="{BB962C8B-B14F-4D97-AF65-F5344CB8AC3E}">
        <p14:creationId xmlns:p14="http://schemas.microsoft.com/office/powerpoint/2010/main" val="719064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9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104859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9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2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3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104863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104864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104864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9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104859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9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104865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4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5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104865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1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22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2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104862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2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104862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1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104861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"Photon": Real time websocket </a:t>
            </a:r>
            <a:r>
              <a:t>Stock Ticker System</a:t>
            </a:r>
            <a:endParaRPr lang="zh-CN" altLang="en-US"/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>
          <a:xfrm rot="24957">
            <a:off x="3944131" y="4432766"/>
            <a:ext cx="6621097" cy="2028352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b="1" dirty="0"/>
              <a:t>Team members:</a:t>
            </a:r>
            <a:r>
              <a:rPr lang="en-US" altLang="en-US" dirty="0"/>
              <a:t> </a:t>
            </a:r>
            <a:endParaRPr lang="zh-CN" altLang="en-US" dirty="0"/>
          </a:p>
          <a:p>
            <a:r>
              <a:rPr lang="en-US" altLang="en-US" dirty="0" err="1"/>
              <a:t>V.Bhuvanesh</a:t>
            </a:r>
            <a:endParaRPr lang="zh-CN" altLang="en-US" dirty="0"/>
          </a:p>
          <a:p>
            <a:r>
              <a:rPr lang="en-US" altLang="en-US" dirty="0" err="1"/>
              <a:t>B.Vindhyareddy</a:t>
            </a:r>
            <a:endParaRPr lang="zh-CN" altLang="en-US" dirty="0"/>
          </a:p>
          <a:p>
            <a:r>
              <a:rPr lang="en-US" altLang="en-US" dirty="0" err="1"/>
              <a:t>S.Silpa</a:t>
            </a:r>
            <a:r>
              <a:rPr lang="en-US" altLang="en-US" dirty="0"/>
              <a:t> </a:t>
            </a:r>
            <a:r>
              <a:rPr lang="en-US" altLang="en-US" dirty="0" err="1"/>
              <a:t>kumari</a:t>
            </a:r>
            <a:endParaRPr lang="zh-CN" altLang="en-US" dirty="0"/>
          </a:p>
          <a:p>
            <a:r>
              <a:rPr lang="en-US" altLang="en-US" dirty="0" err="1" smtClean="0"/>
              <a:t>C.Anisfrizeela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Stock Ticker?</a:t>
            </a:r>
          </a:p>
        </p:txBody>
      </p:sp>
      <p:sp>
        <p:nvSpPr>
          <p:cNvPr id="10485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stock ticker is a symbol representing a publicly traded company</a:t>
            </a:r>
          </a:p>
          <a:p>
            <a:r>
              <a:t>• It shows real-time or delayed price information</a:t>
            </a:r>
          </a:p>
          <a:p>
            <a:r>
              <a:t>• Example: AAPL (Apple), TSLA (Tesla), GOOGL (Google)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Stock Ticker Display Example</a:t>
            </a:r>
          </a:p>
        </p:txBody>
      </p:sp>
      <p:sp>
        <p:nvSpPr>
          <p:cNvPr id="1048601" name="Rectangle 2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AAPL  |  $189.45  |  ▲ +1.25 (0.66%)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Stock Tickers Work</a:t>
            </a:r>
          </a:p>
        </p:txBody>
      </p:sp>
      <p:sp>
        <p:nvSpPr>
          <p:cNvPr id="1048603" name="Rounded Rectangle 2"/>
          <p:cNvSpPr/>
          <p:nvPr/>
        </p:nvSpPr>
        <p:spPr>
          <a:xfrm>
            <a:off x="457200" y="2286000"/>
            <a:ext cx="15544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Stock Exchange</a:t>
            </a:r>
          </a:p>
        </p:txBody>
      </p:sp>
      <p:sp>
        <p:nvSpPr>
          <p:cNvPr id="1048604" name="Rounded Rectangle 3"/>
          <p:cNvSpPr/>
          <p:nvPr/>
        </p:nvSpPr>
        <p:spPr>
          <a:xfrm>
            <a:off x="2103120" y="2286000"/>
            <a:ext cx="15544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Market Data Provider</a:t>
            </a:r>
          </a:p>
        </p:txBody>
      </p:sp>
      <p:sp>
        <p:nvSpPr>
          <p:cNvPr id="1048605" name="Rounded Rectangle 4"/>
          <p:cNvSpPr/>
          <p:nvPr/>
        </p:nvSpPr>
        <p:spPr>
          <a:xfrm>
            <a:off x="3749039" y="2286000"/>
            <a:ext cx="15544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API Server</a:t>
            </a:r>
          </a:p>
        </p:txBody>
      </p:sp>
      <p:sp>
        <p:nvSpPr>
          <p:cNvPr id="1048606" name="Rounded Rectangle 5"/>
          <p:cNvSpPr/>
          <p:nvPr/>
        </p:nvSpPr>
        <p:spPr>
          <a:xfrm>
            <a:off x="5394959" y="2286000"/>
            <a:ext cx="15544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Application / Website</a:t>
            </a:r>
          </a:p>
        </p:txBody>
      </p:sp>
      <p:sp>
        <p:nvSpPr>
          <p:cNvPr id="1048607" name="Rounded Rectangle 6"/>
          <p:cNvSpPr/>
          <p:nvPr/>
        </p:nvSpPr>
        <p:spPr>
          <a:xfrm>
            <a:off x="7040879" y="2286000"/>
            <a:ext cx="15544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Stock Price Movement</a:t>
            </a:r>
          </a:p>
        </p:txBody>
      </p:sp>
      <p:graphicFrame>
        <p:nvGraphicFramePr>
          <p:cNvPr id="4194304" name="Chart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Why Stock Tickers are Important</a:t>
            </a:r>
          </a:p>
        </p:txBody>
      </p:sp>
      <p:sp>
        <p:nvSpPr>
          <p:cNvPr id="104861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Help investors track stock prices</a:t>
            </a:r>
          </a:p>
          <a:p>
            <a:r>
              <a:t>• Used in trading platforms and financial apps</a:t>
            </a:r>
          </a:p>
          <a:p>
            <a:r>
              <a:t>• Essential for analysis and decision making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Stock Tickers</a:t>
            </a:r>
          </a:p>
        </p:txBody>
      </p:sp>
      <p:sp>
        <p:nvSpPr>
          <p:cNvPr id="104861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Stock trading platforms</a:t>
            </a:r>
          </a:p>
          <a:p>
            <a:r>
              <a:t>• Financial news channels</a:t>
            </a:r>
          </a:p>
          <a:p>
            <a:r>
              <a:t>• Mobile finance applications</a:t>
            </a:r>
          </a:p>
          <a:p>
            <a:r>
              <a:t>• College and research projects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10486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Stock tickers provide real-time market insights</a:t>
            </a:r>
          </a:p>
          <a:p>
            <a:r>
              <a:t>• They are the backbone of modern trading systems</a:t>
            </a:r>
          </a:p>
          <a:p>
            <a:r>
              <a:t>• Easy to integrate using APIs in applications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</Words>
  <Application>Microsoft Office PowerPoint</Application>
  <PresentationFormat>On-screen Show (4:3)</PresentationFormat>
  <Paragraphs>33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宋体</vt:lpstr>
      <vt:lpstr>Arial</vt:lpstr>
      <vt:lpstr>Calibri</vt:lpstr>
      <vt:lpstr>Office Theme</vt:lpstr>
      <vt:lpstr>"Photon": Real time websocket Stock Ticker System</vt:lpstr>
      <vt:lpstr>What is a Stock Ticker?</vt:lpstr>
      <vt:lpstr>Stock Ticker Display Example</vt:lpstr>
      <vt:lpstr>How Stock Tickers Work</vt:lpstr>
      <vt:lpstr>Stock Price Movement</vt:lpstr>
      <vt:lpstr>Why Stock Tickers are Important</vt:lpstr>
      <vt:lpstr>Applications of Stock Tickers</vt:lpstr>
      <vt:lpstr>Conclusion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"Photon": Real time websocket Stock Ticker System</dc:title>
  <dc:creator>CPH2381</dc:creator>
  <cp:lastModifiedBy>HP</cp:lastModifiedBy>
  <cp:revision>1</cp:revision>
  <dcterms:created xsi:type="dcterms:W3CDTF">2013-01-25T02:14:16Z</dcterms:created>
  <dcterms:modified xsi:type="dcterms:W3CDTF">2025-12-16T03:30:13Z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1e07c64f71d94881b36b13883f280671</vt:lpwstr>
  </property>
</Properties>
</file>